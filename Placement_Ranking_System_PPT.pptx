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Placement Drive Merit Ranking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Parsing and Sorting Algorithm Implementation</a:t>
            </a:r>
          </a:p>
          <a:p/>
          <a:p>
            <a:r>
              <a:t>Presented by: Lakshit Vashishtha</a:t>
            </a:r>
          </a:p>
          <a:p>
            <a:r>
              <a:t>6th Semester, B.Tech, RTU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and Placement Offices (TPOs) receive raw, unsorted aptitude test scores from companies.</a:t>
            </a:r>
          </a:p>
          <a:p>
            <a:r>
              <a:t>Manually filtering out failed students and ranking the rest is prone to human error.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automate the reading and type-casting of raw numerical data from text files.</a:t>
            </a:r>
          </a:p>
          <a:p>
            <a:r>
              <a:t>To filter students based on a company-defined cutoff score.</a:t>
            </a:r>
          </a:p>
          <a:p>
            <a:r>
              <a:t>To manually implement a Selection Sort algorithm to generate a Merit List.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Processing: Read lines, strip whitespace, .split(','), and cast string scores to integers.</a:t>
            </a:r>
          </a:p>
          <a:p>
            <a:r>
              <a:t>Algorithm Used: Selection Sort (O(n^2) time complexity, O(1) space complexity).</a:t>
            </a:r>
          </a:p>
          <a:p>
            <a:r>
              <a:t>Output: Write the sorted 2D list into a formatted merit_list.txt file.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a snippet of the raw input file vs. the neatly ranked output file.</a:t>
            </a:r>
          </a:p>
          <a:p>
            <a:r>
              <a:t>[Placeholder: Insert screenshot of unsorted vs. sorted text files here]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Delivered an automated script that securely handles basic data processing and algorithm-based ranking without needing Pandas or Excel.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